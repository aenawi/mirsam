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rtlCol="1"/>
          <a:lstStyle/>
          <a:p>
            <a:pPr rtl="1" algn="r"/>
            <a:r>
              <a:rPr lang="ar-SA">
                <a:cs typeface="Dubai"/>
              </a:rPr>
              <a:t>ارتفع الأداء بنسبة 25% في Q4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<![CDATA[Microsoft Office PowerPoint]]>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عرض تجريبي</dc:title>
  <dc:creator>mirsam</dc:creator>
  <dcterms:created xsi:type="dcterms:W3CDTF">2026-09-02T08:15:00Z</dcterms:created>
</cp:coreProperties>
</file>