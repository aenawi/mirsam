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!-- a comment a DOM round-trip would drop --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