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>
          <a:xfrm>
            <a:off x="685800" y="4571999"/>
            <a:ext cx="5486400" cy="3886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rtl="1" algn="r">
      <a:defRPr lang="ar-SA">
        <a:cs typeface="Duba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>
            <a:pPr rtl="1"/>
            <a:r>
              <a:rPr lang="ar-SA"/>
              <a:t>ملاحظات المتحدث: راجع الأرقام قبل العرض.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No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