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rtl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rtl="1" algn="r">
        <a:defRPr lang="ar-SA">
          <a:cs typeface="Dubai"/>
        </a:defRPr>
      </a:lvl1pPr>
    </p:titleStyle>
    <p:bodyStyle>
      <a:lvl1pPr rtl="1" algn="r">
        <a:buNone/>
        <a:defRPr lang="ar-SA">
          <a:cs typeface="Dubai"/>
        </a:defRPr>
      </a:lvl1pPr>
    </p:bodyStyle>
    <p:otherStyle>
      <a:lvl1pPr rtl="1" algn="r">
        <a:defRPr lang="ar-SA">
          <a:cs typeface="Dubai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?mso-application progid="PowerPoint.Show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 rtlCol="1"/>
          <a:lstStyle/>
          <a:p>
            <a:pPr rtl="1" algn="r"/>
            <a:r>
              <a:rPr lang="ar-SA">
                <a:cs typeface="Dubai"/>
              </a:rPr>
              <a:t>ارتفع الأداء بنسبة 25% في Q4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Dubai"/>
      </a:majorFont>
      <a:minorFont>
        <a:latin typeface="Calibri"/>
        <a:ea typeface=""/>
        <a:cs typeface="Duba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