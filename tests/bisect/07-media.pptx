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%D8%B5%D9%88%D8%B1%D8%A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rtlCol="1"/>
          <a:lstStyle/>
          <a:p>
            <a:pPr rtl="1" algn="r"/>
            <a:r>
              <a:rPr lang="ar-SA">
                <a:cs typeface="Dubai"/>
              </a:rPr>
              <a:t>ارتفع الأداء بنسبة 25% في Q4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