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charts/chart1.xml" ContentType="application/vnd.openxmlformats-officedocument.drawingml.chart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rtl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ar-SA"/>
  <c:roundedCorners val="0"/>
  <c:chart>
    <c:title>
      <c:tx>
        <c:rich>
          <a:bodyPr/>
          <a:lstStyle/>
          <a:p>
            <a:pPr rtl="1"/>
            <a:r>
              <a:rPr lang="ar-SA"/>
              <a:t>الإيرادات حسب الربع</a:t>
            </a:r>
          </a:p>
        </c:rich>
      </c:tx>
    </c:title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ورقة1!$A$1</c:f>
              <c:strCache>
                <c:ptCount val="1"/>
                <c:pt idx="0">
                  <c:v>الإيرادات</c:v>
                </c:pt>
              </c:strCache>
            </c:strRef>
          </c:tx>
          <c:cat>
            <c:strRef>
              <c:f>ورقة1!$A$2:$A$5</c:f>
              <c:strCache>
                <c:ptCount val="4"/>
                <c:pt idx="0">
                  <c:v>الربع الأول</c:v>
                </c:pt>
                <c:pt idx="1">
                  <c:v>الربع الثاني</c:v>
                </c:pt>
                <c:pt idx="2">
                  <c:v>الربع الثالث</c:v>
                </c:pt>
                <c:pt idx="3">
                  <c:v>الربع الرابع</c:v>
                </c:pt>
              </c:strCache>
            </c:strRef>
          </c:cat>
          <c:val>
            <c:numRef>
              <c:f>ورقة1!$B$2:$B$5</c:f>
              <c:numCache>
                <c:formatCode>General</c:formatCode>
                <c:ptCount val="4"/>
                <c:pt idx="0">
                  <c:v>18</c:v>
                </c:pt>
                <c:pt idx="1">
                  <c:v>21</c:v>
                </c:pt>
                <c:pt idx="2">
                  <c:v>23</c:v>
                </c:pt>
                <c:pt idx="3">
                  <c:v>25</c:v>
                </c:pt>
              </c:numCache>
            </c:numRef>
          </c:val>
        </c:ser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plotVisOnly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Tree"/>
        <p:cNvGrpSpPr/>
        <p:nvPr/>
      </p:nvGrpSpPr>
      <p:grpSpPr/>
      <p:sp>
        <p:nvSpPr>
          <p:cNvPr id="2" name="Notes Placeholder"/>
          <p:cNvSpPr/>
          <p:nvPr>
            <p:ph type="body" idx="1"/>
          </p:nvPr>
        </p:nvSpPr>
        <p:spPr>
          <a:xfrm>
            <a:off x="685800" y="4571999"/>
            <a:ext cx="5486400" cy="3886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rtl="1" algn="r">
      <a:defRPr lang="ar-SA">
        <a:cs typeface="Dubai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Tree"/>
        <p:cNvGrpSpPr/>
        <p:nvPr/>
      </p:nvGrpSpPr>
      <p:grpSpPr/>
      <p:sp>
        <p:nvSpPr>
          <p:cNvPr id="2" name="Notes Placeholder 1"/>
          <p:cNvSpPr/>
          <p:nvPr>
            <p:ph type="body" idx="1"/>
          </p:nvPr>
        </p:nvSpPr>
        <p:spPr/>
        <p:txBody>
          <a:bodyPr/>
          <a:lstStyle/>
          <a:p>
            <a:pPr rtl="1"/>
            <a:r>
              <a:rPr lang="ar-SA"/>
              <a:t>ملاحظات المتحدث: راجع الأرقام قبل العرض.</a:t>
            </a:r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Shape Tree"/>
        <p:cNvGrpSpPr/>
        <p:nvPr/>
      </p:nvGrpSpPr>
      <p:grpSpPr/>
      <p:sp>
        <p:nvSpPr>
          <p:cNvPr id="2" name="Title Placeholder"/>
          <p:cNvSpPr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rtl="1" algn="r"/>
          </a:lstStyle>
          <a:p>
            <a:endParaRPr/>
          </a:p>
        </p:txBody>
      </p:sp>
      <p:sp>
        <p:nvSpPr>
          <p:cNvPr id="3" name="Body Placeholder"/>
          <p:cNvSpPr/>
          <p:nvPr>
            <p:ph type="body" idx="1"/>
          </p:nvPr>
        </p:nvSpPr>
        <p:spPr>
          <a:xfrm>
            <a:off x="838200" y="1825625"/>
            <a:ext cx="10515600" cy="1325563"/>
          </a:xfrm>
          <a:prstGeom prst="rect">
            <a:avLst/>
          </a:prstGeom>
        </p:spPr>
        <p:txBody>
          <a:bodyPr/>
          <a:lstStyle>
            <a:lvl1pPr rtl="1" algn="r"/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Tree"/>
        <p:cNvGrpSpPr/>
        <p:nvPr/>
      </p:nvGrpSpPr>
      <p:grpSpPr/>
      <p:sp>
        <p:nvSpPr>
          <p:cNvPr id="2" name="Title Placeholder"/>
          <p:cNvSpPr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Body Placeholder"/>
          <p:cNvSpPr/>
          <p:nvPr>
            <p:ph type="body" idx="1"/>
          </p:nvPr>
        </p:nvSpPr>
        <p:spPr>
          <a:xfrm>
            <a:off x="838200" y="18256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rtl="1" algn="r">
        <a:defRPr lang="ar-SA">
          <a:cs typeface="Dubai"/>
        </a:defRPr>
      </a:lvl1pPr>
    </p:titleStyle>
    <p:bodyStyle>
      <a:lvl1pPr rtl="1" algn="r">
        <a:buNone/>
        <a:defRPr lang="ar-SA">
          <a:cs typeface="Dubai"/>
        </a:defRPr>
      </a:lvl1pPr>
    </p:bodyStyle>
    <p:otherStyle>
      <a:lvl1pPr rtl="1" algn="r">
        <a:defRPr lang="ar-SA">
          <a:cs typeface="Dubai"/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my%20image.png"/></Relationships>
</file>

<file path=ppt/slides/slide1.xml><?xml version="1.0" encoding="utf-8"?>
<?mso-application progid="PowerPoint.Show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mc:Ignorable="p14">
  <!-- mc:Ignorable above names the p14 prefix as a STRING. Rename the prefix on serialisation and this document silently becomes invalid. -->
  <p:cSld>
    <p:spTree>
      <p:nvGrpSpPr>
        <p:cNvPr id="1" name="Shape Tree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pPr rtl="0" algn="l"/>
            <a:r>
              <a:rPr lang="en-US" dirty="0"/>
              <a:t>ارتفع الأداء بنسبة 25% في Q4 2026.</a:t>
            </a:r>
          </a:p>
        </p:txBody>
      </p:sp>
      <mc:AlternateContent xmlns:a14="http://schemas.microsoft.com/office/drawing/2010/main">
        <mc:Choice Requires="a14">
          <p:graphicFrame>
            <p:nvGraphicFramePr>
              <p:cNvPr id="3" name="Chart 2"/>
              <p:cNvGraphicFramePr/>
              <p:nvPr/>
            </p:nvGraphicFramePr>
            <p:xfrm>
              <a:off x="838200" y="3300000"/>
              <a:ext cx="10515600" cy="3000000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2"/>
              </a:graphicData>
            </a:graphic>
          </p:graphicFrame>
        </mc:Choice>
        <mc:Fallback>
          <p:sp>
            <p:nvSpPr>
              <p:cNvPr id="4" name="Chart Fallback"/>
              <p:cNvSpPr/>
              <p:nvPr/>
            </p:nvSpPr>
            <p:spPr>
              <a:xfrm>
                <a:off x="838200" y="3300000"/>
                <a:ext cx="10515600" cy="3000000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t>رسم بياني</a:t>
                </a:r>
              </a:p>
            </p:txBody>
          </p:sp>
        </mc:Fallback>
      </mc:AlternateContent>
      <p:sp>
        <p:nvSpPr>
          <p:cNvPr id="5" name="Body 3"/>
          <p:cNvSpPr/>
          <p:nvPr>
            <p:ph type="body" idx="1"/>
          </p:nvPr>
        </p:nvSpPr>
        <p:spPr/>
        <p:txBody>
          <a:bodyPr rtlCol="1"/>
          <a:lstStyle/>
          <a:p>
            <a:r>
              <a:rPr lang="en-US"/>
              <a:t>• بند أول‏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Dubai"/>
      </a:majorFont>
      <a:minorFont>
        <a:latin typeface="Calibri"/>
        <a:ea typeface=""/>
        <a:cs typeface="Duba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Office Not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Dubai"/>
      </a:majorFont>
      <a:minorFont>
        <a:latin typeface="Calibri"/>
        <a:ea typeface=""/>
        <a:cs typeface="Duba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<![CDATA[Microsoft Office PowerPoint]]>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عرض تجريبي</dc:title>
  <dc:creator>mirsam</dc:creator>
  <dcterms:created xsi:type="dcterms:W3CDTF">2026-09-02T08:15:00Z</dcterms:created>
</cp:coreProperties>
</file>