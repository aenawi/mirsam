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rtl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rtl="1" algn="r">
        <a:defRPr lang="ar-SA">
          <a:cs typeface="Dubai"/>
        </a:defRPr>
      </a:lvl1pPr>
    </p:titleStyle>
    <p:bodyStyle>
      <a:lvl1pPr rtl="1" algn="r">
        <a:buNone/>
        <a:defRPr lang="ar-SA">
          <a:cs typeface="Dubai"/>
        </a:defRPr>
      </a:lvl1pPr>
    </p:bodyStyle>
    <p:otherStyle>
      <a:lvl1pPr rtl="1" algn="r">
        <a:defRPr lang="ar-SA">
          <a:cs typeface="Duba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ارتفع الأداء 25% في Q4</a:t>
            </a:r>
          </a:p>
          <a:p>
            <a:r>
              <a:rPr lang="en-US"/>
              <a:t>• بند أول‏</a:t>
            </a:r>
          </a:p>
        </p:txBody>
      </p:sp>
      <p:sp>
        <p:nvSpPr>
          <p:cNvPr id="3" name="Columns 2"/>
          <p:cNvSpPr txBox="1"/>
          <p:nvPr/>
        </p:nvSpPr>
        <p:spPr>
          <a:xfrm>
            <a:off x="838200" y="3300000"/>
            <a:ext cx="10515600" cy="2000000"/>
          </a:xfrm>
          <a:prstGeom prst="rect">
            <a:avLst/>
          </a:prstGeom>
        </p:spPr>
        <p:txBody>
          <a:bodyPr numCol="2"/>
          <a:lstStyle/>
          <a:p>
            <a:pPr rtl="1" algn="r"/>
            <a:r>
              <a:rPr lang="ar-SA">
                <a:cs typeface="Dubai"/>
              </a:rPr>
              <a:t>العمود الأول من النص المتصل.</a:t>
            </a:r>
          </a:p>
          <a:p>
            <a:pPr rtl="1" algn="r"/>
            <a:r>
              <a:rPr lang="ar-SA">
                <a:cs typeface="Dubai"/>
              </a:rPr>
              <a:t>العمود الثاني من النص المتصل.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Dubai"/>
      </a:majorFont>
      <a:minorFont>
        <a:latin typeface="Calibri"/>
        <a:ea typeface=""/>
        <a:cs typeface="Duba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