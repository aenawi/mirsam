
<file path=[Content_Types].xml><?xml version="1.0" encoding="utf-8"?>
<Types xmlns="http://schemas.openxmlformats.org/package/2006/content-types"/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>
  <p:cSld>
    <p:spTree>
      <p:sp>
        <p:nvSpPr>
          <p:cNvPr id="2" name="Title 1"/>
        </p:nvSpPr>
        <p:txBody>
          <a:bodyPr/>
          <a:p>
            <a:r>
              <a:rPr lang="en-US"/>
              <a:t>ارتفع الأداء 25% في Q4</a:t>
            </a:r>
          </a:p>
          <a:p>
            <a:r>
              <a:rPr lang="en-US"/>
              <a:t>• بند أول‏</a:t>
            </a:r>
          </a:p>
        </p:txBody>
      </p:sp>
    </p:spTree>
  </p:cSld>
</p:sld>
</file>