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rtl="1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Tree"/>
        <p:cNvGrpSpPr/>
        <p:nvPr/>
      </p:nvGrpSpPr>
      <p:sp>
        <p:nvSpPr>
          <p:cNvPr id="2" name="Title 1"/>
          <p:cNvSpPr/>
          <p:nvPr>
            <p:ph type="title"/>
          </p:nvPr>
        </p:nvSpPr>
        <p:spPr/>
        <p:txBody>
          <a:bodyPr rtlCol="1"/>
          <a:lstStyle/>
          <a:p>
            <a:pPr rtl="1" algn="r"/>
            <a:r>
              <a:rPr lang="ar-SA">
                <a:cs typeface="Dubai"/>
              </a:rPr>
              <a:t>ارتفع الأداء بنسبة 25% في Q4 2026.</a:t>
            </a:r>
          </a:p>
          <a:p>
            <a:pPr rtl="1" algn="r">
              <a:buChar char="•"/>
            </a:pPr>
            <a:r>
              <a:rPr lang="ar-SA">
                <a:cs typeface="Dubai"/>
              </a:rPr>
              <a:t>بند أول</a:t>
            </a:r>
          </a:p>
        </p:txBody>
      </p:sp>
    </p:spTree>
  </p:cSld>
</p:sld>
</file>