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rtl="1">
  <p:sldMasterIdLst>
    <p:sldMasterId id="2147483648" r:id="rId1"/>
  </p:sldMasterIdLst>
  <p:sldIdLst>
    <p:sldId id="256" r:id="rId2"/>
  </p:sldIdLst>
  <p:sldSz cx="12192000" cy="6858000"/>
  <p:notesSz cx="6858000" cy="9144000"/>
</p:presentation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>
    <p:spTree>
      <p:nvGrpSpPr>
        <p:cNvPr id="1" name="Shape Tree"/>
        <p:cNvGrpSpPr/>
        <p:nvPr/>
      </p:nvGrpSpPr>
      <p:grpSpPr/>
      <p:sp>
        <p:nvSpPr>
          <p:cNvPr id="2" name="Title Placeholder"/>
          <p:cNvSpPr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>
            <a:lvl1pPr rtl="1" algn="r"/>
          </a:lstStyle>
          <a:p>
            <a:endParaRPr/>
          </a:p>
        </p:txBody>
      </p:sp>
      <p:sp>
        <p:nvSpPr>
          <p:cNvPr id="3" name="Body Placeholder"/>
          <p:cNvSpPr/>
          <p:nvPr>
            <p:ph type="body" idx="1"/>
          </p:nvPr>
        </p:nvSpPr>
        <p:spPr>
          <a:xfrm>
            <a:off x="838200" y="1825625"/>
            <a:ext cx="10515600" cy="1325563"/>
          </a:xfrm>
          <a:prstGeom prst="rect">
            <a:avLst/>
          </a:prstGeom>
        </p:spPr>
        <p:txBody>
          <a:bodyPr/>
          <a:lstStyle>
            <a:lvl1pPr rtl="1" algn="r"/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Tree"/>
        <p:cNvGrpSpPr/>
        <p:nvPr/>
      </p:nvGrpSpPr>
      <p:grpSpPr/>
      <p:sp>
        <p:nvSpPr>
          <p:cNvPr id="2" name="Title Placeholder"/>
          <p:cNvSpPr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Body Placeholder"/>
          <p:cNvSpPr/>
          <p:nvPr>
            <p:ph type="body" idx="1"/>
          </p:nvPr>
        </p:nvSpPr>
        <p:spPr>
          <a:xfrm>
            <a:off x="838200" y="1825625"/>
            <a:ext cx="10515600" cy="1325563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rtl="1" algn="r">
        <a:defRPr lang="ar-SA">
          <a:cs typeface="Dubai"/>
        </a:defRPr>
      </a:lvl1pPr>
    </p:titleStyle>
    <p:bodyStyle>
      <a:lvl1pPr rtl="1" algn="r">
        <a:buNone/>
        <a:defRPr lang="ar-SA">
          <a:cs typeface="Dubai"/>
        </a:defRPr>
      </a:lvl1pPr>
    </p:bodyStyle>
    <p:otherStyle>
      <a:lvl1pPr rtl="1" algn="r">
        <a:defRPr lang="ar-SA">
          <a:cs typeface="Dubai"/>
        </a:defRPr>
      </a:lvl1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Tree"/>
        <p:cNvGrpSpPr/>
        <p:nvPr/>
      </p:nvGrpSpPr>
      <p:grpSpPr/>
      <p:sp>
        <p:nvSpPr>
          <p:cNvPr id="2" name="Title 1"/>
          <p:cNvSpPr/>
          <p:nvPr>
            <p:ph type="title"/>
          </p:nvPr>
        </p:nvSpPr>
        <p:spPr/>
        <p:txBody>
          <a:bodyPr rtlCol="1"/>
          <a:lstStyle/>
          <a:p>
            <a:pPr rtl="1" algn="r"/>
            <a:r>
              <a:rPr lang="ar-SA">
                <a:cs typeface="Dubai"/>
              </a:rPr>
              <a:t>ارتفع الأداء بنسبة 25% في Q4 2026.</a:t>
            </a:r>
          </a:p>
          <a:p>
            <a:pPr rtl="1" algn="r">
              <a:buChar char="•"/>
            </a:pPr>
            <a:r>
              <a:rPr lang="ar-SA">
                <a:cs typeface="Dubai"/>
              </a:rPr>
              <a:t>بند أول</a:t>
            </a:r>
          </a:p>
        </p:txBody>
      </p:sp>
      <p:sp>
        <p:nvSpPr>
          <p:cNvPr id="3" name="Columns 2"/>
          <p:cNvSpPr txBox="1"/>
          <p:nvPr/>
        </p:nvSpPr>
        <p:spPr>
          <a:xfrm>
            <a:off x="838200" y="3300000"/>
            <a:ext cx="10515600" cy="2000000"/>
          </a:xfrm>
          <a:prstGeom prst="rect">
            <a:avLst/>
          </a:prstGeom>
        </p:spPr>
        <p:txBody>
          <a:bodyPr numCol="2" rtlCol="1"/>
          <a:lstStyle/>
          <a:p>
            <a:pPr rtl="1" algn="r"/>
            <a:r>
              <a:rPr lang="ar-SA">
                <a:cs typeface="Dubai"/>
              </a:rPr>
              <a:t>العمود الأول من النص المتصل.</a:t>
            </a:r>
          </a:p>
          <a:p>
            <a:pPr rtl="1" algn="r"/>
            <a:r>
              <a:rPr lang="ar-SA">
                <a:cs typeface="Dubai"/>
              </a:rPr>
              <a:t>العمود الثاني من النص المتصل.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Dubai"/>
      </a:majorFont>
      <a:minorFont>
        <a:latin typeface="Calibri"/>
        <a:ea typeface=""/>
        <a:cs typeface="Dubai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6350">
          <a:solidFill>
            <a:schemeClr val="phClr"/>
          </a:solidFill>
        </a:ln>
        <a:ln w="63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