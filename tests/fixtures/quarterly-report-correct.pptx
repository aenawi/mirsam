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rtl="1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lang="ar-SA" dirty="0"/>
              <a:t>ملاحظات المتحدث: ركّز على نمو الإيرادات قبل الانتقال إلى التكاليف.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ar-SA" dirty="0"/>
              <a:t>التقرير الفصلي للأداء المؤسسي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rtl="1"/>
            <a:r>
              <a:rPr lang="ar-SA" dirty="0"/>
              <a:t>إدارة التخطيط الاستراتيجي | Q4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أبرز النتائج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نمت الإيرادات بنسبة 18% مقارنة بالربع السابق</a:t>
            </a:r>
          </a:p>
          <a:p>
            <a:pPr lvl="1" algn="r" rtl="1"/>
            <a:r>
              <a:rPr lang="ar-SA" dirty="0"/>
              <a:t>وارتفع هامش الربح إلى 32%</a:t>
            </a:r>
          </a:p>
          <a:p>
            <a:pPr algn="r" rtl="1"/>
            <a:r>
              <a:rPr lang="ar-SA" dirty="0"/>
              <a:t>انخفضت التكاليف التشغيلية بفضل مبادرة ERP الجديدة</a:t>
            </a:r>
          </a:p>
          <a:p>
            <a:pPr algn="r" rtl="1">
              <a:buChar char="•"/>
            </a:pPr>
            <a:r>
              <a:rPr lang="ar-SA" dirty="0"/>
              <a:t>توسّع الفريق إلى 45 موظفاً</a:t>
            </a:r>
          </a:p>
          <a:p>
            <a:pPr algn="r" rtl="1"/>
            <a:r>
              <a:rPr lang="ar-SA" dirty="0"/>
              <a:t>تم إطلاق تطبيق Mirsam في الإمارات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مؤشرات الأداء الرئيسية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المؤشر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الربع الثالث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الربع الرابع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الإيرادات (مليون درهم)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142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عدد العملاء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2,300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رضا العملاء 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latin typeface="Calibri"/>
                <a:cs typeface="Dubai"/>
              </a:rPr>
              <a:t>GPS يعتمد عليه النظام في تتبّع الشحنات</a:t>
            </a:r>
          </a:p>
          <a:p>
            <a:pPr algn="r" rtl="1"/>
            <a:r>
              <a:rPr lang="ar-SA" dirty="0"/>
              <a:t>الملخص التنفيذي: التقرير الفصلي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4572000"/>
            <a:ext cx="5486400" cy="914400"/>
            <a:chOff x="914400" y="4572000"/>
            <a:chExt cx="54864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45720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 rtl="1"/>
              <a:r>
                <a:rPr lang="ar-SA" dirty="0">
                  <a:latin typeface="Arial"/>
                  <a:cs typeface="Dubai"/>
                </a:rPr>
                <a:t>المصدر: النظام المالي الموحّد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>
                <a:latin typeface="Calibri"/>
                <a:cs typeface="Dubai"/>
              </a:rPr>
              <a:t>التوصيات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>
                <a:latin typeface="Calibri"/>
                <a:cs typeface="Dubai"/>
              </a:rPr>
              <a:t>الاستثمار في التحوّل الرقمي</a:t>
            </a:r>
          </a:p>
          <a:p>
            <a:pPr algn="r" rtl="1"/>
            <a:r>
              <a:rPr lang="ar-SA" dirty="0">
                <a:latin typeface="Calibri"/>
                <a:cs typeface="Dubai"/>
              </a:rPr>
              <a:t>توسيع قاعدة العملاء في دول الخليج</a:t>
            </a:r>
          </a:p>
          <a:p>
            <a:pPr algn="r" rtl="1"/>
            <a:r>
              <a:rPr lang="ar-SA" dirty="0">
                <a:latin typeface="Calibri"/>
                <a:cs typeface="Dubai"/>
              </a:rPr>
              <a:t>مراجعة هيكل التكاليف كل ربع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Appendix: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Figures are unaudited and reported in AED.</a:t>
            </a:r>
          </a:p>
          <a:p>
            <a:pPr algn="l" rtl="0"/>
            <a:r>
              <a:rPr lang="en-US" dirty="0"/>
              <a:t>Source: unified finance system, extracted 2026-09-01.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الفصلي للأداء المؤسسي</dc:title>
  <dc:subject/>
  <dc:creator>mirsam corpus</dc:creator>
  <cp:keywords/>
  <dc:description>generated using python-pptx</dc:description>
  <cp:lastModifiedBy>mirsam corpus</cp:lastModifiedBy>
  <cp:revision>1</cp:revision>
  <dcterms:created xsi:type="dcterms:W3CDTF">2026-09-02T08:30:00Z</dcterms:created>
  <dcterms:modified xsi:type="dcterms:W3CDTF">2026-09-02T08:30:00Z</dcterms:modified>
  <cp:category/>
</cp:coreProperties>
</file>