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rtl="1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/>
            <a:r>
              <a:rPr lang="ar-SA" dirty="0"/>
              <a:t>ملاحظات المتحدث: ركّز على نمو الإيرادات قبل الانتقال إلى التكاليف.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rtl="0"/>
            <a:r>
              <a:rPr lang="en-US" dirty="0"/>
              <a:t>التقرير الفصلي للأداء المؤسسي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lang="en-US" dirty="0"/>
              <a:t>إدارة التخطيط الاستراتيجي | Q4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ar-SA" dirty="0"/>
              <a:t>أبرز النتائج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en-US" dirty="0"/>
              <a:t>نمت الإيرادات بنسبة 18% مقارنة بالربع السابق</a:t>
            </a:r>
          </a:p>
          <a:p>
            <a:pPr lvl="1"/>
            <a:r>
              <a:rPr lang="ar-SA" dirty="0"/>
              <a:t>وارتفع هامش الربح إلى 32%</a:t>
            </a:r>
          </a:p>
          <a:p>
            <a:pPr/>
            <a:r>
              <a:rPr lang="ar-SA" dirty="0"/>
              <a:t>انخفضت التكاليف التشغيلية بفضل مبادرة ERP الجديدة</a:t>
            </a:r>
          </a:p>
          <a:p>
            <a:pPr/>
            <a:r>
              <a:rPr lang="ar-SA" dirty="0"/>
              <a:t>• توسّع الفريق إلى 45 موظفاً</a:t>
            </a:r>
          </a:p>
          <a:p>
            <a:pPr/>
            <a:r>
              <a:rPr lang="ar-SA" dirty="0"/>
              <a:t>تم إطلاق تطبيق Mirsam‏ في الإمارات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ar-SA" dirty="0"/>
              <a:t>مؤشرات الأداء الرئيسية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73152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685800">
                <a:tc>
                  <a:txBody>
                    <a:bodyPr/>
                    <a:lstStyle/>
                    <a:p>
                      <a:pPr rtl="1"/>
                      <a:r>
                        <a:rPr lang="ar-SA" dirty="0"/>
                        <a:t>المؤشر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ar-SA" dirty="0"/>
                        <a:t>الربع الثالث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ar-SA" dirty="0"/>
                        <a:t>الربع الرابع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 rtl="1"/>
                      <a:r>
                        <a:rPr lang="ar-SA" dirty="0"/>
                        <a:t>الإيرادات (مليون درهم)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 dirty="0"/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 dirty="0"/>
                        <a:t>142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عدد العملاء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 dirty="0"/>
                        <a:t>1,850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 dirty="0"/>
                        <a:t>2,300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 algn="l" rtl="1"/>
                      <a:r>
                        <a:rPr lang="ar-SA" dirty="0"/>
                        <a:t>رضا العملاء NPS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 dirty="0"/>
                        <a:t>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 dirty="0"/>
                        <a:t>48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lang="en-US" dirty="0">
                <a:latin typeface="Calibri"/>
              </a:rPr>
              <a:t>GPS يعتمد عليه النظام في تتبّع الشحنات</a:t>
            </a:r>
          </a:p>
          <a:p>
            <a:pPr rtl="1"/>
            <a:r>
              <a:rPr lang="ar-SA" dirty="0"/>
              <a:t>الملخص التنفيذي: ﺍﻟﺘﻘﺮﻳﺮ ﺍﻟﻔﺼﻠﻲ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914400" y="4572000"/>
            <a:ext cx="5486400" cy="914400"/>
            <a:chOff x="914400" y="4572000"/>
            <a:chExt cx="5486400" cy="914400"/>
          </a:xfrm>
        </p:grpSpPr>
        <p:sp>
          <p:nvSpPr>
            <p:cNvPr id="4" name="TextBox 3"/>
            <p:cNvSpPr txBox="1"/>
            <p:nvPr/>
          </p:nvSpPr>
          <p:spPr>
            <a:xfrm>
              <a:off x="914400" y="4572000"/>
              <a:ext cx="5486400" cy="9144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rtl="1"/>
              <a:r>
                <a:rPr lang="ar-SA" dirty="0">
                  <a:latin typeface="Arial"/>
                </a:rPr>
                <a:t>المصدر: النظام المالي الموحّد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ar-SA" dirty="0">
                <a:latin typeface="Calibri"/>
                <a:cs typeface="Dubai"/>
              </a:rPr>
              <a:t>التوصيات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r>
              <a:rPr lang="ar-SA" dirty="0">
                <a:latin typeface="Calibri"/>
                <a:cs typeface="Dubai"/>
              </a:rPr>
              <a:t>الاستثمار في التحوّل الرقمي</a:t>
            </a:r>
          </a:p>
          <a:p>
            <a:pPr algn="r" rtl="1"/>
            <a:r>
              <a:rPr lang="ar-SA" dirty="0">
                <a:latin typeface="Calibri"/>
                <a:cs typeface="Dubai"/>
              </a:rPr>
              <a:t>توسيع قاعدة العملاء في دول الخليج</a:t>
            </a:r>
          </a:p>
          <a:p>
            <a:pPr algn="r" rtl="1"/>
            <a:r>
              <a:rPr lang="ar-SA" dirty="0">
                <a:latin typeface="Calibri"/>
                <a:cs typeface="Dubai"/>
              </a:rPr>
              <a:t>مراجعة هيكل التكاليف كل ربع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dirty="0"/>
              <a:t>Appendix: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en-US" dirty="0"/>
              <a:t>Figures are unaudited and reported in AED.</a:t>
            </a:r>
          </a:p>
          <a:p>
            <a:pPr/>
            <a:r>
              <a:rPr lang="en-US" dirty="0"/>
              <a:t>Source: unified finance system, extracted 2026-09-01.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التقرير الفصلي للأداء المؤسسي</dc:title>
  <dc:subject/>
  <dc:creator>mirsam corpus</dc:creator>
  <cp:keywords/>
  <dc:description>generated using python-pptx</dc:description>
  <cp:lastModifiedBy>mirsam corpus</cp:lastModifiedBy>
  <cp:revision>1</cp:revision>
  <dcterms:created xsi:type="dcterms:W3CDTF">2026-09-02T08:30:00Z</dcterms:created>
  <dcterms:modified xsi:type="dcterms:W3CDTF">2026-09-02T08:30:00Z</dcterms:modified>
  <cp:category/>
</cp:coreProperties>
</file>